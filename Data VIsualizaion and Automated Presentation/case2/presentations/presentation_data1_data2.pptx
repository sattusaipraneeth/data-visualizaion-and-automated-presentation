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Line Plot</a:t>
            </a:r>
          </a:p>
        </p:txBody>
      </p:sp>
      <p:pic>
        <p:nvPicPr>
          <p:cNvPr id="3" name="Picture 2" descr="line_plot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Plot with Different Markers</a:t>
            </a:r>
          </a:p>
        </p:txBody>
      </p:sp>
      <p:pic>
        <p:nvPicPr>
          <p:cNvPr id="3" name="Picture 2" descr="line_plot_ma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Plot with Grid</a:t>
            </a:r>
          </a:p>
        </p:txBody>
      </p:sp>
      <p:pic>
        <p:nvPicPr>
          <p:cNvPr id="3" name="Picture 2" descr="line_plo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Plot with Error Bars</a:t>
            </a:r>
          </a:p>
        </p:txBody>
      </p:sp>
      <p:pic>
        <p:nvPicPr>
          <p:cNvPr id="3" name="Picture 2" descr="line_plot_erro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Plot with Shaded Region</a:t>
            </a:r>
          </a:p>
        </p:txBody>
      </p:sp>
      <p:pic>
        <p:nvPicPr>
          <p:cNvPr id="3" name="Picture 2" descr="line_plot_sh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Plot</a:t>
            </a:r>
          </a:p>
        </p:txBody>
      </p:sp>
      <p:pic>
        <p:nvPicPr>
          <p:cNvPr id="3" name="Picture 2" descr="scatte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Plot with Different Markers</a:t>
            </a:r>
          </a:p>
        </p:txBody>
      </p:sp>
      <p:pic>
        <p:nvPicPr>
          <p:cNvPr id="3" name="Picture 2" descr="scatter_plot_ma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Plot</a:t>
            </a:r>
          </a:p>
        </p:txBody>
      </p:sp>
      <p:pic>
        <p:nvPicPr>
          <p:cNvPr id="3" name="Picture 2" descr="ba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</a:t>
            </a:r>
          </a:p>
        </p:txBody>
      </p:sp>
      <p:pic>
        <p:nvPicPr>
          <p:cNvPr id="3" name="Picture 2" descr="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Plot</a:t>
            </a:r>
          </a:p>
        </p:txBody>
      </p:sp>
      <p:pic>
        <p:nvPicPr>
          <p:cNvPr id="3" name="Picture 2" descr="box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